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0" r:id="rId3"/>
    <p:sldId id="261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2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097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67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0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6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79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305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65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187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29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22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4033FA6-D32E-4937-93B0-B314D9BBEDF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D91FAB8-EC3B-4D32-8F54-0A5F735F386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66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259A-968F-3C04-CD80-39F9660C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8804" y="1114226"/>
            <a:ext cx="9994392" cy="64633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Infineon </a:t>
            </a: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Hackathon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32910-7A92-72EE-6477-3AE260CB82A5}"/>
              </a:ext>
            </a:extLst>
          </p:cNvPr>
          <p:cNvSpPr txBox="1"/>
          <p:nvPr/>
        </p:nvSpPr>
        <p:spPr>
          <a:xfrm>
            <a:off x="1098804" y="2406058"/>
            <a:ext cx="99943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State of Charge (SoC) Monitoring System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Aurix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™ Microcontroller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80B5F-4CC4-13B8-AC51-FF9C6F3B810A}"/>
              </a:ext>
            </a:extLst>
          </p:cNvPr>
          <p:cNvSpPr txBox="1"/>
          <p:nvPr/>
        </p:nvSpPr>
        <p:spPr>
          <a:xfrm>
            <a:off x="1098804" y="4451942"/>
            <a:ext cx="4526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Batmon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</a:t>
            </a:r>
          </a:p>
          <a:p>
            <a:r>
              <a:rPr lang="en-IN" dirty="0"/>
              <a:t>Sarvesh Nandanwar</a:t>
            </a:r>
          </a:p>
          <a:p>
            <a:r>
              <a:rPr lang="en-IN" dirty="0"/>
              <a:t>Himani </a:t>
            </a:r>
            <a:r>
              <a:rPr lang="en-IN" dirty="0" err="1"/>
              <a:t>Deore</a:t>
            </a:r>
            <a:endParaRPr lang="en-IN" dirty="0"/>
          </a:p>
          <a:p>
            <a:r>
              <a:rPr lang="en-IN" dirty="0"/>
              <a:t>Vaishnavi Pawar</a:t>
            </a:r>
          </a:p>
          <a:p>
            <a:r>
              <a:rPr lang="en-IN" dirty="0"/>
              <a:t>Safwan Sayyad</a:t>
            </a:r>
          </a:p>
        </p:txBody>
      </p:sp>
    </p:spTree>
    <p:extLst>
      <p:ext uri="{BB962C8B-B14F-4D97-AF65-F5344CB8AC3E}">
        <p14:creationId xmlns:p14="http://schemas.microsoft.com/office/powerpoint/2010/main" val="1896307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A7FF-7CED-5F76-DB6F-2B261ED8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Taken to Develop Battery SoC Monitor (AURIX™)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4BD1EC-D340-4F81-9718-16B738308704}"/>
              </a:ext>
            </a:extLst>
          </p:cNvPr>
          <p:cNvSpPr txBox="1"/>
          <p:nvPr/>
        </p:nvSpPr>
        <p:spPr>
          <a:xfrm>
            <a:off x="1097280" y="1948333"/>
            <a:ext cx="80444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initial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errors and warnings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project compilation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Traced primary error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ADC channel declaration commented out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EVADC configuration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b="1" dirty="0"/>
              <a:t>ADC Configuration &amp; Signal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Verified ADC channel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Fixed bug where ADC was reading </a:t>
            </a:r>
            <a:r>
              <a:rPr lang="en-US" b="1" dirty="0"/>
              <a:t>onboard potentiometer (Channel 0)</a:t>
            </a:r>
            <a:r>
              <a:rPr lang="en-US" dirty="0"/>
              <a:t> instead of </a:t>
            </a:r>
            <a:r>
              <a:rPr lang="en-US" b="1" dirty="0"/>
              <a:t>external input (AN1)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7034ED-F490-B508-8BFE-4CF3BA55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4125857"/>
            <a:ext cx="4215384" cy="123754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D85C9F6-6416-2AB4-786F-EB25C4F1EFB0}"/>
              </a:ext>
            </a:extLst>
          </p:cNvPr>
          <p:cNvSpPr txBox="1"/>
          <p:nvPr/>
        </p:nvSpPr>
        <p:spPr>
          <a:xfrm>
            <a:off x="3913632" y="5363401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Coulomb Counting Formula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82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B42A67-5DD7-5BEC-4631-5EEE2D979AF1}"/>
              </a:ext>
            </a:extLst>
          </p:cNvPr>
          <p:cNvSpPr txBox="1"/>
          <p:nvPr/>
        </p:nvSpPr>
        <p:spPr>
          <a:xfrm>
            <a:off x="1207008" y="1920240"/>
            <a:ext cx="79347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UART Communication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Validated UART operation for real-time debugging and data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Confirmed successful communication at </a:t>
            </a:r>
            <a:r>
              <a:rPr lang="en-IN" b="1" dirty="0"/>
              <a:t>115200 baud.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Assigned UART pins explicitly: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RX → P14.1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TX → P14.0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10880-1479-6798-993B-5DCF727AF4B6}"/>
              </a:ext>
            </a:extLst>
          </p:cNvPr>
          <p:cNvSpPr txBox="1"/>
          <p:nvPr/>
        </p:nvSpPr>
        <p:spPr>
          <a:xfrm>
            <a:off x="1207008" y="3674566"/>
            <a:ext cx="9116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EVADC Sampling Logic Debugging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Observed incorrect ADC </a:t>
            </a:r>
            <a:r>
              <a:rPr lang="en-IN" dirty="0" err="1"/>
              <a:t>behavior</a:t>
            </a:r>
            <a:r>
              <a:rPr lang="en-IN" dirty="0"/>
              <a:t> due to </a:t>
            </a:r>
            <a:r>
              <a:rPr lang="en-IN" b="1" dirty="0"/>
              <a:t>non-incrementing sample counter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Identified commented increment statement in EVADC source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Enabled continuous sampling by fixing sample count logic</a:t>
            </a:r>
          </a:p>
        </p:txBody>
      </p:sp>
    </p:spTree>
    <p:extLst>
      <p:ext uri="{BB962C8B-B14F-4D97-AF65-F5344CB8AC3E}">
        <p14:creationId xmlns:p14="http://schemas.microsoft.com/office/powerpoint/2010/main" val="358449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029D0-A12C-08AC-0034-1E449339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Learnings – Battery SoC Monitor Using AURIX™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17215-5D20-AF8A-5153-65DA48DF8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&amp; SoC Fundamentals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AURIX™ Microcontroller Learnings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Embedded System Design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Algorithm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&amp; Optimization Learnings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Automotive Perspective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023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4212-8C09-F3E3-4D71-870FBBB6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33EADC-5D23-B758-BE7A-C2D67DEFD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82" y="2212847"/>
            <a:ext cx="5246086" cy="3255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AEAF3A-C4BD-5190-B14E-9ED16B3D7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121" y="2189602"/>
            <a:ext cx="5112959" cy="327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266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49</TotalTime>
  <Words>188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Retrospect</vt:lpstr>
      <vt:lpstr>Infineon Hackathon Contest</vt:lpstr>
      <vt:lpstr>Approach Taken to Develop Battery SoC Monitor (AURIX™)</vt:lpstr>
      <vt:lpstr>PowerPoint Presentation</vt:lpstr>
      <vt:lpstr>Key Learnings – Battery SoC Monitor Using AURIX™</vt:lpstr>
      <vt:lpstr>RESULTS: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Sarvesh Nandanwar</dc:creator>
  <cp:lastModifiedBy>Sarvesh Nandanwar</cp:lastModifiedBy>
  <cp:revision>7</cp:revision>
  <dcterms:created xsi:type="dcterms:W3CDTF">2026-02-10T09:08:27Z</dcterms:created>
  <dcterms:modified xsi:type="dcterms:W3CDTF">2026-02-10T09:57:29Z</dcterms:modified>
</cp:coreProperties>
</file>